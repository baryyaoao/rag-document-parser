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北京供水设备巡检指南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水表、阀门和供水管网巡检要求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巡检项目和处理时限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609600">
                <a:tc>
                  <a:txBody>
                    <a:bodyPr/>
                    <a:lstStyle/>
                    <a:p>
                      <a:r>
                        <a:t>巡检项目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检查内容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处理时限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水表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核对读数和铅封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2小时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阀门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检查渗漏和启闭状态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4小时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现场图片复核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图片用于记录水表现场状态，需由巡检人员确认设备编号。</a:t>
            </a:r>
          </a:p>
        </p:txBody>
      </p:sp>
      <p:pic>
        <p:nvPicPr>
          <p:cNvPr id="4" name="Picture 3" descr="water_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828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